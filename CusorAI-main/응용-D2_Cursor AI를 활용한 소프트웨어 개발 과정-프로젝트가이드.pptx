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8" y="15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35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36576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777240" y="914400"/>
            <a:ext cx="3108960" cy="42062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 AI 실습 #1 · 재구성판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9808" y="15544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UnitConverter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기반 신규 구현</a:t>
            </a:r>
            <a:r>
              <a:rPr lang="en-US" sz="24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</a:t>
            </a:r>
            <a:r>
              <a:rPr lang="en-US" sz="24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C2C 추적성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77240" y="3520440"/>
            <a:ext cx="1330452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133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07692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55164" y="3520440"/>
            <a:ext cx="2441448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455164" y="3520440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· OCP/SRP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6612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44084" y="352044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244084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TDD · ARRR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38644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86116" y="3520440"/>
            <a:ext cx="1207008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86116" y="3520440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93124" y="35204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340596" y="3520440"/>
            <a:ext cx="1330452" cy="4572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9340596" y="3520440"/>
            <a:ext cx="133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ARRR 1사이클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590288"/>
            <a:ext cx="768096" cy="4572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7240" y="4590288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545336" y="459028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856232" y="4590288"/>
            <a:ext cx="100584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856232" y="45902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862072" y="4590288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172968" y="4590288"/>
            <a:ext cx="1362456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172968" y="4590288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REFACTOR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7240" y="5852160"/>
            <a:ext cx="10607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77240" y="59618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3.11+  ·  Cursor  ·  pytest  ·  Git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59618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8시간 = 실습 6h + 회고 2h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632764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프로젝트  UnitConverter_번호</a:t>
            </a: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브랜치  </a:t>
            </a: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→ staging-spec / red / green / refactoring / new_features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 · README.md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요약 — 무엇을 만드는가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p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“길이 단위 변환 CLI를 PRD와 테스트로부터 추적 가능하게 재구현한다.”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4864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82296" cy="7132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713232" y="1856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" y="213055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meter:2.5  형식 파싱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624328"/>
            <a:ext cx="54864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02920" y="2624328"/>
            <a:ext cx="82296" cy="7132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13232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단위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13232" y="29718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meter · feet · yard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3465576"/>
            <a:ext cx="54864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02920" y="3465576"/>
            <a:ext cx="82296" cy="71323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13232" y="3538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비율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13232" y="381304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1m = 3.28084 ft = 1.09361 yd  (feet↔yard는 meter 경유)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920" y="4306824"/>
            <a:ext cx="548640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502920" y="4306824"/>
            <a:ext cx="82296" cy="7132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713232" y="43799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13232" y="465429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OCP · SRP · 입력 검증(음수 · 형식 · 미지 단위)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55080" y="17373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요구 (P1)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355080" y="2084832"/>
            <a:ext cx="52852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6473952" y="2203704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473952" y="2194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931152" y="2148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641080" y="214884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units.json / YAML 에서 비율 로드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355080" y="2761488"/>
            <a:ext cx="52852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473952" y="288036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6473952" y="2871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931152" y="282549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등록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8641080" y="2825496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cubit = 0.4572 meter 즉시 변환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3438144"/>
            <a:ext cx="528523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6473952" y="3557016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6473952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931152" y="35021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포맷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8641080" y="3502152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--format json | csv | table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355080" y="4224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출력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355080" y="4535424"/>
            <a:ext cx="5285232" cy="1417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6583680" y="4645152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unit_converter "meter:2.5"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meter = 8.2021 feet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meter = 2.7340 yard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TRACEABILITY · C2C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→ 테스트 추적표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18872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FR / NFR 에 테스트 ID 를 1:1 로 매핑한다 — 개념(PRD)에서 코드(Test)까지 추적 가능하게.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55680" cy="4325112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Given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Then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FR-01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meter:2.5 파싱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 문자열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value=2.5, unit=meter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FR-02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단위 출력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meter 2.5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feet≈8.2021, yard≈2.7340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FR-03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미지 단위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cubit:1 (미등록)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명확한 오류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FR-04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음수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meter:-1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거부 / 예외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FR-05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형식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meter / abc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오류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NFR-01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OCP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inch 추가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변환기 코드 비수정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NFR-02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SRP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Parser / Registry / Converter / Printer 분리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EF444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EXT-01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파일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units.json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비율 로드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EXT-02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동적 등록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cubit = 0.4572 m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변환 가능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b="1" dirty="0">
                          <a:solidFill>
                            <a:srgbClr val="0E74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EXT-03</a:t>
                      </a:r>
                      <a:endParaRPr lang="en-US" sz="10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포맷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--format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8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 / csv / table 포맷별 검증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10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STARTING POINT · 37 LINES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시드 분석 — 무엇이 문제인가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wa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070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UnitConverter.py (시드)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536192"/>
            <a:ext cx="5212080" cy="4160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13232" y="16916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input("...meter:2.5...")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unit, value = s.split(':', 1)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float(value)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unit == "meter":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print(value * 3.28084)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unit == "feet":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print(value / 3.28084)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unit == "yard":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   # 단위마다 분기 증가</a:t>
            </a:r>
            <a:endParaRPr lang="en-US" sz="12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하드코딩 비율 · 검증 없음 · print 직접 출력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536192"/>
            <a:ext cx="56235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199632" y="1792224"/>
            <a:ext cx="219456" cy="21945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565392" y="16276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if/elif 단위 분기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65392" y="192938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OCP 위반 — 단위 추가 시 main() 수정 필요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35040" y="2377440"/>
            <a:ext cx="56235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199632" y="2633472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565392" y="24688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3.28084 상수 하드코딩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65392" y="2770632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외부화(units.json) 전제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3218688"/>
            <a:ext cx="56235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199632" y="3474720"/>
            <a:ext cx="219456" cy="219456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565392" y="33101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파싱·변환·출력이 main()에 혼재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565392" y="361188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SRP 위반 — 모듈 분리 실습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35040" y="4059936"/>
            <a:ext cx="56235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6199632" y="4315968"/>
            <a:ext cx="219456" cy="21945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565392" y="41513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음수·형식 검증 없음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65392" y="4453128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테스트로 갭 메우기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35040" y="4901184"/>
            <a:ext cx="56235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6199632" y="5157216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565392" y="4992624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split(':',1) 단독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565392" y="5294376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meter:2.5:extra 경계 미처리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035040" y="5742432"/>
            <a:ext cx="562356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ARCHITECTURE · PYTHON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아키텍처 (Python) </a:t>
            </a:r>
            <a:r>
              <a:rPr lang="ko-KR" alt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252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unit_converter/  패키지 구조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554480"/>
            <a:ext cx="6355080" cy="4160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13232" y="1682496"/>
            <a:ext cx="5989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unit_converter/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domain/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length_unit.py</a:t>
            </a:r>
            <a:r>
              <a:rPr lang="en-US" sz="11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Protocol: name, to_meter()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unit_registry.py</a:t>
            </a:r>
            <a:r>
              <a:rPr lang="en-US" sz="11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등록·조회 (OCP 핵심)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converter.py</a:t>
            </a:r>
            <a:r>
              <a:rPr lang="en-US" sz="11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meter값 → 전 단위 (SRP)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infrastructure/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config_loader.py</a:t>
            </a:r>
            <a:r>
              <a:rPr lang="en-US" sz="11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JSON / YAML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app/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input_parser.py</a:t>
            </a:r>
            <a:r>
              <a:rPr lang="en-US" sz="11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"unit:value"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output_formatter.py</a:t>
            </a:r>
            <a:r>
              <a:rPr lang="en-US" sz="11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json|csv|table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cli.py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tests/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test_converter.py</a:t>
            </a:r>
            <a:r>
              <a:rPr lang="en-US" sz="11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Domain (Track B)</a:t>
            </a:r>
            <a:endParaRPr lang="en-US" sz="113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test_cli.py</a:t>
            </a:r>
            <a:r>
              <a:rPr lang="en-US" sz="113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Boundary (Track A)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7132320" y="1554480"/>
            <a:ext cx="452628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132320" y="1554480"/>
            <a:ext cx="100584" cy="162763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360920" y="1719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OCP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360920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개방-폐쇄 원칙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60920" y="2505456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단위 = LengthUnit 구현 + registry.register()  (또는 설정 파일 1줄). 기존 변환기 코드는 수정하지 않는다.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132320" y="3364992"/>
            <a:ext cx="4526280" cy="16276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5400000" algn="bl" rotWithShape="0">
              <a:srgbClr val="0F172A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132320" y="3364992"/>
            <a:ext cx="100584" cy="16276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360920" y="35295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SRP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736092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책임 원칙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360920" y="4315968"/>
            <a:ext cx="4114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≠ 파싱 ≠ 출력 ≠ 설정 로드. Parser · Registry · Converter · Formatter 4개 모듈로 분리한다.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132320" y="5175504"/>
            <a:ext cx="4526280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223760" y="517550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/ C++ 예시는 부록에 참고용으로 수록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TOOLKIT · CURSOR AI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 AI 기술 요소 한눈에 보기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c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25296"/>
            <a:ext cx="11155680" cy="548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02920" y="1225296"/>
            <a:ext cx="109728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77240" y="122529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Cursor.AI</a:t>
            </a:r>
            <a:r>
              <a:rPr lang="en-US" sz="14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—  AI 페어 프로그래밍 환경 : 아래 8개 요소가 맞물려 동작한다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1993392"/>
            <a:ext cx="5486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9224" y="216712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ic_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48" y="2291852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1214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468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생각하는 엔진 (GPT · Claude · Gemini)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502920" y="3072384"/>
            <a:ext cx="5486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649224" y="324612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/home/claude/ic_ag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48" y="337084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2004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71600" y="35478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작업을 수행하는 AI 개발자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502920" y="4151376"/>
            <a:ext cx="5486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649224" y="4325112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/home/claude/ic_harn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948" y="4449836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2793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Harness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371600" y="46268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Agent가 일할 수 있게 만드는 실행 환경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502920" y="5230368"/>
            <a:ext cx="5486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649224" y="5404104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/home/claude/ic_ru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948" y="5528828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3583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371600" y="57058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지켜야 하는 헌법  .cursor/rules/</a:t>
            </a:r>
            <a:endParaRPr lang="en-US" sz="1180" dirty="0"/>
          </a:p>
        </p:txBody>
      </p:sp>
      <p:sp>
        <p:nvSpPr>
          <p:cNvPr id="29" name="Shape 22"/>
          <p:cNvSpPr/>
          <p:nvPr/>
        </p:nvSpPr>
        <p:spPr>
          <a:xfrm>
            <a:off x="6172200" y="1993392"/>
            <a:ext cx="5486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6318504" y="216712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5" descr="/home/claude/ic_ski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3228" y="2291852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21214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040880" y="2468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작업용 전문 매뉴얼  .cursor/skills/</a:t>
            </a:r>
            <a:endParaRPr lang="en-US" sz="1180" dirty="0"/>
          </a:p>
        </p:txBody>
      </p:sp>
      <p:sp>
        <p:nvSpPr>
          <p:cNvPr id="34" name="Shape 26"/>
          <p:cNvSpPr/>
          <p:nvPr/>
        </p:nvSpPr>
        <p:spPr>
          <a:xfrm>
            <a:off x="6172200" y="3072384"/>
            <a:ext cx="5486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7"/>
          <p:cNvSpPr/>
          <p:nvPr/>
        </p:nvSpPr>
        <p:spPr>
          <a:xfrm>
            <a:off x="6318504" y="3246120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6" descr="/home/claude/ic_mc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3228" y="3370844"/>
            <a:ext cx="317480" cy="3174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040880" y="32004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/ MCP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7040880" y="35478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발, 외부 서비스 연결</a:t>
            </a:r>
            <a:endParaRPr lang="en-US" sz="1180" dirty="0"/>
          </a:p>
        </p:txBody>
      </p:sp>
      <p:sp>
        <p:nvSpPr>
          <p:cNvPr id="39" name="Shape 30"/>
          <p:cNvSpPr/>
          <p:nvPr/>
        </p:nvSpPr>
        <p:spPr>
          <a:xfrm>
            <a:off x="6172200" y="4151376"/>
            <a:ext cx="5486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1"/>
          <p:cNvSpPr/>
          <p:nvPr/>
        </p:nvSpPr>
        <p:spPr>
          <a:xfrm>
            <a:off x="6318504" y="4325112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7" descr="/home/claude/ic_comman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3228" y="4449836"/>
            <a:ext cx="317480" cy="3174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40880" y="427939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7040880" y="46268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 호출 버튼  .cursor/commands/</a:t>
            </a:r>
            <a:endParaRPr lang="en-US" sz="1180" dirty="0"/>
          </a:p>
        </p:txBody>
      </p:sp>
      <p:sp>
        <p:nvSpPr>
          <p:cNvPr id="44" name="Shape 34"/>
          <p:cNvSpPr/>
          <p:nvPr/>
        </p:nvSpPr>
        <p:spPr>
          <a:xfrm>
            <a:off x="6172200" y="5230368"/>
            <a:ext cx="54864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5"/>
          <p:cNvSpPr/>
          <p:nvPr/>
        </p:nvSpPr>
        <p:spPr>
          <a:xfrm>
            <a:off x="6318504" y="5404104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8" descr="/home/claude/ic_revie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3228" y="5528828"/>
            <a:ext cx="317480" cy="31748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040880" y="53583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/ Review Loop</a:t>
            </a:r>
            <a:endParaRPr lang="en-US" sz="1500" dirty="0"/>
          </a:p>
        </p:txBody>
      </p:sp>
      <p:sp>
        <p:nvSpPr>
          <p:cNvPr id="48" name="Text 37"/>
          <p:cNvSpPr/>
          <p:nvPr/>
        </p:nvSpPr>
        <p:spPr>
          <a:xfrm>
            <a:off x="7040880" y="57058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검증 장치 (→ 팀 리뷰와 연결)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ARRR · 7 STEPS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 · ARRR 매핑 (UnitConverter)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07008"/>
            <a:ext cx="3520440" cy="7132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85800" y="12801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1591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먼저, 실패 확인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23360" y="1207008"/>
            <a:ext cx="393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16552" y="1207008"/>
            <a:ext cx="3520440" cy="7132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599432" y="12801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99432" y="1591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통과하는 최소 구현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936992" y="1207008"/>
            <a:ext cx="393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330184" y="1207008"/>
            <a:ext cx="3520440" cy="7132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513064" y="128016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13064" y="1591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구조 개선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2194560"/>
            <a:ext cx="548640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667512" y="245059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67512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52728" y="23225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52728" y="26700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변환을 테스트 가능한 모듈로 만든다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3291840"/>
            <a:ext cx="548640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667512" y="354787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67512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252728" y="34198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R-G-I-O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52728" y="376732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Role=개발자 · Goal=C2C · Input=unit:val · Output=전 단위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02920" y="4389120"/>
            <a:ext cx="548640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67512" y="464515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667512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252728" y="45171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252728" y="48646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test_converter.py RED 스켈레톤 작성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02920" y="5486400"/>
            <a:ext cx="548640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667512" y="574243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667512" y="5733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252728" y="561441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Respond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252728" y="596188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Registry + Converter 최소 구현 (GREEN)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172200" y="2194560"/>
            <a:ext cx="548640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6336792" y="245059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/>
          <p:nvPr/>
        </p:nvSpPr>
        <p:spPr>
          <a:xfrm>
            <a:off x="6336792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922008" y="23225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Refine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922008" y="26700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Parser / Formatter 분리 + Golden Master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172200" y="3291840"/>
            <a:ext cx="548640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6336792" y="354787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6336792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6922008" y="34198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Repeat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6922008" y="376732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요구를 1개씩 새 RED 로 반복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6172200" y="4389120"/>
            <a:ext cx="5486400" cy="9326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6336792" y="4645152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336792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6922008" y="45171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6922008" y="48646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단위 등록 + 출력 3포맷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DESIGN · DUAL-TRACK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Dual-Track RED 설계표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A — UI / Boundary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36192"/>
          <a:ext cx="5486400" cy="210312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Given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Then (Expected RED)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U-IN-01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"" (빈 입력)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오류 메시지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U-IN-02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meter (콜론 없음)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오류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U-IN-03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meter:-1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음수 거부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U-OUT-01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meter:2.5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3줄 이상 출력 (스켈레톤)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172200" y="12070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B — Domain / Logic</a:t>
            </a:r>
            <a:endParaRPr lang="en-US" sz="13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536192"/>
          <a:ext cx="5486400" cy="25237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함수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Given / Then</a:t>
                      </a:r>
                      <a:endParaRPr lang="en-US" sz="1100" dirty="0"/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80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D-CNV-01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to_meter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feet → 0.3048 m (±ε)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D-CNV-02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convert_all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 m → 8.20210 ft (5자리)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D-CNV-03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convert_all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feet→yard, meter 경유 일치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D-REG-01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register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cubit 0.4572 → 변환 가능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D-CFG-01</a:t>
                      </a:r>
                      <a:endParaRPr lang="en-US" sz="10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load json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깨진 파일 → ConfigError</a:t>
                      </a:r>
                      <a:endParaRPr lang="en-US" sz="10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02920" y="5074920"/>
            <a:ext cx="11155680" cy="109728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02920" y="5074920"/>
            <a:ext cx="109728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7"/>
          <p:cNvSpPr/>
          <p:nvPr/>
        </p:nvSpPr>
        <p:spPr>
          <a:xfrm>
            <a:off x="777240" y="51937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단계 금지 규칙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77240" y="555955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단계에서 </a:t>
            </a:r>
            <a:r>
              <a:rPr lang="en-US" sz="13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코드 작성 금지</a:t>
            </a: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pytest.fail("RED: ...") 허용</a:t>
            </a: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</a:t>
            </a:r>
            <a:r>
              <a:rPr lang="en-US" sz="13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skip / xfail 금지</a:t>
            </a: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1 RED 묶음 = 1 커밋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WORKFLOW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 전략 &amp; 팀 리뷰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Agent의 실제 작업(ARRR)은 staging 하위 작업 브랜치에서 수행한다.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1627632"/>
            <a:ext cx="228600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822960" y="162763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207008" y="2103120"/>
            <a:ext cx="0" cy="292608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22960" y="2395728"/>
            <a:ext cx="2788920" cy="566928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22960" y="2395728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703320" y="23957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수행 기준점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207008" y="2962656"/>
            <a:ext cx="0" cy="2276856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207008" y="3209544"/>
            <a:ext cx="39319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1600200" y="3639312"/>
            <a:ext cx="2240280" cy="4937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600200" y="363931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950208" y="363931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 테스트 작성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207008" y="3886200"/>
            <a:ext cx="39319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600200" y="4315968"/>
            <a:ext cx="2240280" cy="4937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1600200" y="4315968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950208" y="431596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구현 통과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207008" y="4562856"/>
            <a:ext cx="39319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1600200" y="4992624"/>
            <a:ext cx="2240280" cy="4937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1600200" y="4992624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refactoring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950208" y="499262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리팩토링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207008" y="5239512"/>
            <a:ext cx="39319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1600200" y="5669280"/>
            <a:ext cx="2240280" cy="4937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1600200" y="5669280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new_features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3950208" y="566928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요구 구현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263640" y="1627632"/>
            <a:ext cx="539496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263640" y="1627632"/>
            <a:ext cx="91440" cy="6400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6492240" y="162763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명명   </a:t>
            </a:r>
            <a:r>
              <a:rPr lang="en-US" sz="12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UnitConverter_번호</a:t>
            </a: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(예: UnitConverter_03)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263640" y="2395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&amp; 병합 흐름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263640" y="2724912"/>
            <a:ext cx="1207008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6263640" y="272491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브랜치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7470648" y="272491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671816" y="2724912"/>
            <a:ext cx="1207008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7671816" y="272491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</a:t>
            </a:r>
            <a:r>
              <a:rPr lang="en-US" altLang="ko-KR" sz="1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</a:t>
            </a:r>
            <a:endParaRPr lang="en-US" altLang="ko-KR" sz="1100" dirty="0"/>
          </a:p>
        </p:txBody>
      </p:sp>
      <p:sp>
        <p:nvSpPr>
          <p:cNvPr id="39" name="Text 36"/>
          <p:cNvSpPr/>
          <p:nvPr/>
        </p:nvSpPr>
        <p:spPr>
          <a:xfrm>
            <a:off x="8878824" y="272491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9079992" y="2724912"/>
            <a:ext cx="1207008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9079992" y="272491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staging</a:t>
            </a:r>
            <a:endParaRPr lang="en-US" altLang="ko-KR" sz="1100" dirty="0"/>
          </a:p>
        </p:txBody>
      </p:sp>
      <p:sp>
        <p:nvSpPr>
          <p:cNvPr id="42" name="Text 39"/>
          <p:cNvSpPr/>
          <p:nvPr/>
        </p:nvSpPr>
        <p:spPr>
          <a:xfrm>
            <a:off x="10287000" y="272491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10488168" y="2724912"/>
            <a:ext cx="1207008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10488168" y="2724912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263640" y="3456432"/>
            <a:ext cx="5394960" cy="269748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6263640" y="3456432"/>
            <a:ext cx="5394960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6446520" y="3529584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1" descr="/home/claude/ic_t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057" y="3622121"/>
            <a:ext cx="235549" cy="235549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6967728" y="34564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리뷰  (필수)</a:t>
            </a:r>
            <a:endParaRPr lang="en-US" sz="1600" dirty="0"/>
          </a:p>
        </p:txBody>
      </p:sp>
      <p:sp>
        <p:nvSpPr>
          <p:cNvPr id="50" name="Text 46"/>
          <p:cNvSpPr/>
          <p:nvPr/>
        </p:nvSpPr>
        <p:spPr>
          <a:xfrm>
            <a:off x="6537960" y="420624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ko-KR" alt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</a:t>
            </a:r>
            <a:r>
              <a:rPr lang="ko-KR" altLang="en-US" sz="125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브랜치</a:t>
            </a: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</a:t>
            </a:r>
            <a:r>
              <a:rPr lang="ko-KR" alt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하지 않으며</a:t>
            </a:r>
            <a:r>
              <a:rPr lang="en-US" altLang="ko-KR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2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반드시 팀 리뷰를 통과한다.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→ TC → 코드 C2C 추적성을 함께 확인한다.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/ Review Loop 결과(통과 TC·커밋)를 공유한다.</a:t>
            </a:r>
            <a:endParaRPr lang="en-US" sz="125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2D8F1E29-AC50-441E-D032-BEB0C834E7B6}"/>
              </a:ext>
            </a:extLst>
          </p:cNvPr>
          <p:cNvSpPr/>
          <p:nvPr/>
        </p:nvSpPr>
        <p:spPr>
          <a:xfrm>
            <a:off x="1600200" y="3035808"/>
            <a:ext cx="2240280" cy="493776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pPr algn="ctr"/>
            <a:r>
              <a:rPr lang="en-US" altLang="ko-KR" sz="1350" b="1" dirty="0">
                <a:solidFill>
                  <a:srgbClr val="FFFFFF"/>
                </a:solidFill>
                <a:latin typeface="Consolas" pitchFamily="34" charset="0"/>
              </a:rPr>
              <a:t>spec</a:t>
            </a:r>
            <a:endParaRPr lang="ko-KR" altLang="en-US" sz="1350" b="1" dirty="0">
              <a:solidFill>
                <a:srgbClr val="FFFFFF"/>
              </a:solidFill>
              <a:latin typeface="Consolas" pitchFamily="34" charset="0"/>
            </a:endParaRPr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869EB96A-E145-AB26-2FA6-220C357A7BAC}"/>
              </a:ext>
            </a:extLst>
          </p:cNvPr>
          <p:cNvSpPr/>
          <p:nvPr/>
        </p:nvSpPr>
        <p:spPr>
          <a:xfrm>
            <a:off x="3950208" y="303580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50" dirty="0"/>
              <a:t>분석 설계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 · 08:30–17:30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8시간 진행안 (UnitConverter 관통)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18872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 = C2C 개념 정렬  ·  오후 = RED → GREEN → REFACTOR </a:t>
            </a:r>
            <a:r>
              <a:rPr lang="en-US" sz="1300" dirty="0" err="1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</a:t>
            </a:r>
            <a:r>
              <a:rPr lang="ko-KR" alt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</a:t>
            </a:r>
            <a:r>
              <a:rPr lang="en-US" altLang="ko-KR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 + </a:t>
            </a:r>
            <a:r>
              <a:rPr lang="ko-KR" alt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</a:t>
            </a:r>
            <a:r>
              <a:rPr lang="en-US" altLang="ko-KR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r>
              <a:rPr lang="en-US" sz="13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091363"/>
              </p:ext>
            </p:extLst>
          </p:nvPr>
        </p:nvGraphicFramePr>
        <p:xfrm>
          <a:off x="502920" y="1627632"/>
          <a:ext cx="11155680" cy="3342954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4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시간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세션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UnitConverter 연계 활동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형식</a:t>
                      </a:r>
                      <a:endParaRPr lang="en-US" sz="11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08:30</a:t>
                      </a:r>
                      <a:endParaRPr lang="en-US" sz="11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오리엔테이션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PRD 1장 읽기 · venv / pytest · UnitConverter_번호 저장소 생성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503">
                <a:tc row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09:00</a:t>
                      </a:r>
                      <a:endParaRPr lang="en-US" sz="11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1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시드 코드로 ‘바이브 vs 추적성’ </a:t>
                      </a:r>
                      <a:r>
                        <a:rPr lang="ko-KR" alt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및 </a:t>
                      </a:r>
                      <a:r>
                        <a:rPr 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PRD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공유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+ 7단계 + ARRR +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브랜치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전략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(staging-spec) 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503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② R-G-I-O + .cursor/rules · Skill · Command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</a:t>
                      </a:r>
                      <a:endParaRPr lang="en-US" altLang="ko-KR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970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③~⑦ ARRR: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red→green→refactoring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브랜치에서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TC</a:t>
                      </a:r>
                      <a:endParaRPr lang="en-US" altLang="ko-KR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5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15:40</a:t>
                      </a:r>
                      <a:endParaRPr lang="en-US" sz="11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 err="1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</a:t>
                      </a:r>
                      <a:r>
                        <a:rPr lang="en-US" sz="113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2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리뷰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발표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</a:t>
                      </a:r>
                      <a:r>
                        <a:rPr lang="en-US" altLang="ko-KR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· KPT </a:t>
                      </a:r>
                      <a:r>
                        <a:rPr lang="en-US" altLang="ko-KR" sz="1130" dirty="0" err="1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회고</a:t>
                      </a:r>
                      <a:endParaRPr lang="en-US" altLang="ko-KR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실습+리뷰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5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17:15</a:t>
                      </a:r>
                      <a:endParaRPr lang="en-US" sz="113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30" b="1" dirty="0">
                          <a:solidFill>
                            <a:srgbClr val="0F17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마무리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작업환경 정리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30" dirty="0">
                          <a:solidFill>
                            <a:srgbClr val="33415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3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166360"/>
            <a:ext cx="1115568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/>
          <p:nvPr/>
        </p:nvSpPr>
        <p:spPr>
          <a:xfrm>
            <a:off x="731520" y="528523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완료 </a:t>
            </a: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기본+품질+Domain TC        </a:t>
            </a: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/ 숙제 </a:t>
            </a: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요구 3종 + Boundary TC        </a:t>
            </a: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리뷰 </a:t>
            </a: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병합 전 필수 게이트 — AI 코드 설명 + C2C 확인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CURSOR PROMPTS · COPY-READY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Cursor AI </a:t>
            </a:r>
            <a:r>
              <a:rPr lang="en-US" sz="27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280160"/>
            <a:ext cx="1554480" cy="749808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02920" y="128016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2057400" y="1280160"/>
            <a:ext cx="9601200" cy="749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2286000" y="1280160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@README.md @UnitConverter.py 레거시 코드 스멜과 PRD 갭을 목록으로 정리해줘.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075688"/>
            <a:ext cx="1554480" cy="749808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02920" y="2075688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2057400" y="2075688"/>
            <a:ext cx="9601200" cy="749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2286000" y="2075688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OCP/SRP를 만족하는 Python 패키지 구조를 제안하고, PRD의 FR/NFR을 매핑해줘.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2871216"/>
            <a:ext cx="1554480" cy="74980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02920" y="2871216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2057400" y="2871216"/>
            <a:ext cx="9601200" cy="749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2286000" y="2871216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RED 스켈레톤만 작성해줘. 구현은 금지. Dual-Track 표 기준, pytest.fail 사용.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666744"/>
            <a:ext cx="1554480" cy="7498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02920" y="3666744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GREEN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2057400" y="3666744"/>
            <a:ext cx="9601200" cy="749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2286000" y="3666744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 테스트를 통과하는 최소 구현만. 1 RED 묶음당 1 커밋으로 끊어줘.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4462272"/>
            <a:ext cx="1554480" cy="74980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502920" y="4462272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REFACTOR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2057400" y="4462272"/>
            <a:ext cx="9601200" cy="749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2286000" y="4462272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Golden Master 확보 후 Safe Refactor. input_parser와 registry를 추출해줘.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02920" y="5257800"/>
            <a:ext cx="1554480" cy="7498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502920" y="5257800"/>
            <a:ext cx="1554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2057400" y="5257800"/>
            <a:ext cx="9601200" cy="7498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2286000" y="5257800"/>
            <a:ext cx="9235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units.json 로드 · 동적 단위 등록 CLI · --format json|csv|table + 각 TC를 추가해줘.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설정 · </a:t>
            </a:r>
            <a:r>
              <a:rPr lang="en-US" sz="27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972800" y="384048"/>
            <a:ext cx="603504" cy="603504"/>
          </a:xfrm>
          <a:prstGeom prst="roundRect">
            <a:avLst>
              <a:gd name="adj" fmla="val 25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ic_append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571" y="516819"/>
            <a:ext cx="337962" cy="3379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2252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units.json (meter=1.0 기준)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1536192"/>
            <a:ext cx="5349240" cy="1691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713232" y="1664208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"meter": 1.0,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"feet":  3.28084,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"yard":  1.09361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26480" y="12252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--format table 출력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1536192"/>
            <a:ext cx="5532120" cy="1691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309360" y="1627632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┌────────┬─────────┬─────────┐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unit   │   input │  result │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├────────┼─────────┼─────────┤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meter  │     2.5 │     2.5 │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feet   │     2.5 │  8.2021 │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yard   │     2.5 │  2.7340 │</a:t>
            </a:r>
            <a:endParaRPr lang="en-US" sz="10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└────────┴─────────┴─────────┘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0E74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1554480" y="13258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빠르게 짜준 코드보다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</a:t>
            </a:r>
            <a:r>
              <a:rPr lang="en-US" sz="40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이해한 코드</a:t>
            </a:r>
            <a:r>
              <a:rPr lang="en-US" sz="4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오래 살아남는다.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54480" y="3611880"/>
            <a:ext cx="4937760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554480" y="3611880"/>
            <a:ext cx="4937760" cy="91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828800" y="38221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· C2C 질문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47088" y="4224528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코드 중 설명 못 하는 부분은?</a:t>
            </a:r>
            <a:endParaRPr lang="en-US" sz="12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→ TC → 코드 역추적이 가능한가?</a:t>
            </a:r>
            <a:endParaRPr lang="en-US" sz="12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 추가 후 리팩토링 안심도의 변화는?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858000" y="3611880"/>
            <a:ext cx="4937760" cy="2240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858000" y="3611880"/>
            <a:ext cx="4937760" cy="91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132320" y="382219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현업으로 가져갈 것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50608" y="4224528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(TDD 금지 규칙)</a:t>
            </a:r>
            <a:endParaRPr lang="en-US" sz="12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Skill (unit-converter-tdd)</a:t>
            </a:r>
            <a:endParaRPr lang="en-US" sz="128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 (/red-test-plan)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1554480" y="6080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1611</Words>
  <Application>Microsoft Office PowerPoint</Application>
  <PresentationFormat>와이드스크린</PresentationFormat>
  <Paragraphs>356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Malgun Gothic</vt:lpstr>
      <vt:lpstr>Arial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UnitConverter — PRD 기반 신규 구현 (Python)</dc:title>
  <dc:subject>PptxGenJS Presentation</dc:subject>
  <dc:creator>Cursor AI 실습</dc:creator>
  <cp:lastModifiedBy>대경 김</cp:lastModifiedBy>
  <cp:revision>8</cp:revision>
  <dcterms:created xsi:type="dcterms:W3CDTF">2026-06-03T00:38:28Z</dcterms:created>
  <dcterms:modified xsi:type="dcterms:W3CDTF">2026-06-03T01:17:53Z</dcterms:modified>
</cp:coreProperties>
</file>